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Epilogue — a project by Shivam Gupta, built on the Strands Agents SDK. It's an agent for the hardest week of ordinary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Researchers estimate it at more than four hundred hours over a year or more…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lands on people like Sarah — grieving, back at work, two states away…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hood: six Strands agents. A Steward orchestrator with specialists mounted as tools…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this real? 3.4 million American families face this every year…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hardest week of ordinary life deserves an agent for humans. This is Epilogue.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Epilogue</a:t>
            </a:r>
            <a:pPr indent="0" marL="0">
              <a:buNone/>
            </a:pPr>
            <a:r>
              <a:rPr lang="en-US" sz="8800" dirty="0">
                <a:solidFill>
                  <a:srgbClr val="B07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FC9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that settles what's left behind.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Strands Agents SDK  ·  Amazon Bedrock  ·  AWS “Agents for Humans” 2026  ·  Shivam Gupta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625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someone dies, their family inherits a second job.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420 hours</a:t>
            </a:r>
            <a:pPr indent="0" marL="0">
              <a:buNone/>
            </a:pPr>
            <a:r>
              <a:rPr lang="en-US" sz="11000" dirty="0">
                <a:solidFill>
                  <a:srgbClr val="B07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4290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26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paperwork, phone trees, forms, and follow-ups — over 12–18 months, at the worst moment of a family's life. The British have a word for it: “sadmin.”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66344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E8EFE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47731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3.4M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4754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per year in the US alone — each one starts this clock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466344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E8EFE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47731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54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to notify, each demanding its own certified documents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571500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E8EF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582472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800K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58064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deceased Americans have their identity misused every year — “ghosting”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571500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E8EF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582472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month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58064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benefits clawed back — the payment for the month of death must be returned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625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Sarah.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6035040" cy="4023360"/>
          </a:xfrm>
          <a:prstGeom prst="roundRect">
            <a:avLst>
              <a:gd name="adj" fmla="val 2273"/>
            </a:avLst>
          </a:prstGeom>
          <a:solidFill>
            <a:srgbClr val="FBF9F3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2057400"/>
            <a:ext cx="5394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262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Grieving her father — and back at work already.
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262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states away from the house, the mail, the paperwork.
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262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of the estate: every institution is her job now.
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262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Terrified of missing something — or losing his photos.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0" y="1737360"/>
            <a:ext cx="4023360" cy="4023360"/>
          </a:xfrm>
          <a:prstGeom prst="roundRect">
            <a:avLst>
              <a:gd name="adj" fmla="val 2273"/>
            </a:avLst>
          </a:prstGeom>
          <a:solidFill>
            <a:srgbClr val="2625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35240" y="21031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agent runs autonomously and only surfaces when there's a real decision to make.”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43891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hackathon brief.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took it to the place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matters most.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media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411480"/>
            <a:ext cx="8887968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625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this a company? It already is — twice.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BF9F3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49E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MARKET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5146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$90M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61188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26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by Empathy for human-powered after-loss support — sold through insurers and employers. The demand is proven; the labor model is the constraint.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80560" y="182880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3E5C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54880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F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UNIT ECONOMICS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5146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$8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61188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F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model cost per full case on Bedrock — against 400+ hours of family time. Agents collapse the marginal cost of care.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38160" y="182880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BF9F3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49E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5146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B2B2C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61188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26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insurers, employers, banks, and funeral homes already pay for bereavement support. Epilogue is the benefit they hand to a family.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2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hardest week of ordinary life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deserves an agent for humans.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5120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Epilogue</a:t>
            </a:r>
            <a:pPr indent="0" marL="0">
              <a:buNone/>
            </a:pPr>
            <a:r>
              <a:rPr lang="en-US" sz="3000" dirty="0">
                <a:solidFill>
                  <a:srgbClr val="B07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8D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github.com/shi1720/epilogue  ·  MIT licensed  ·  Strands Agents SDK  ·  Amazon Bedrock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2026-09-14T12:51:02Z</dcterms:created>
  <dcterms:modified xsi:type="dcterms:W3CDTF">2026-09-14T12:51:02Z</dcterms:modified>
</cp:coreProperties>
</file>